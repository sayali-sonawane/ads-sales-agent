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LinkedIn Advertising Strategy for TechFlow Innovations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Performance Analysis &amp; Strategic Recommendations</a:t>
            </a:r>
          </a:p>
          <a:p>
            <a:r>
              <a:t>Automotive Industry</a:t>
            </a:r>
          </a:p>
          <a:p>
            <a:r>
              <a:t>Generated by LinkedIn Ads Sales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            </a:t>
            </a:r>
          </a:p>
          <a:p>
            <a:r>
              <a:t>            • Current monthly ad spend: $19,835 if current_perf else 'N/A'</a:t>
            </a:r>
          </a:p>
          <a:p>
            <a:r>
              <a:t>            • Revenue growth: -32.2% over analysis period</a:t>
            </a:r>
          </a:p>
          <a:p>
            <a:r>
              <a:t>            • ROAS vs industry benchmark: -37.6%</a:t>
            </a:r>
          </a:p>
          <a:p>
            <a:r>
              <a:t>            • 4 strategic recommendations identified</a:t>
            </a:r>
          </a:p>
          <a:p>
            <a:r>
              <a:t>            </a:t>
            </a:r>
          </a:p>
          <a:p>
            <a:r>
              <a:t>            Opportunity: Potential to increase ROI by 25-35% through targeted optimizations</a:t>
            </a:r>
          </a:p>
          <a:p>
            <a:r>
              <a:t>            </a:t>
            </a:r>
          </a:p>
          <a:p>
            <a:r>
              <a:t>            Primary Focus Areas:</a:t>
            </a:r>
          </a:p>
          <a:p>
            <a:r>
              <a:t>            • Audience targeting refinement</a:t>
            </a:r>
          </a:p>
          <a:p>
            <a:r>
              <a:t>            • Creative optimization for higher engagement</a:t>
            </a:r>
          </a:p>
          <a:p>
            <a:r>
              <a:t>            • Budget reallocation to high-performing segments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Performance Trends Analysis</a:t>
            </a:r>
          </a:p>
        </p:txBody>
      </p:sp>
      <p:pic>
        <p:nvPicPr>
          <p:cNvPr id="4" name="Picture 3" descr="TechFlow_Innovations_performance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Performance vs Automotive Benchmarks</a:t>
            </a:r>
          </a:p>
        </p:txBody>
      </p:sp>
      <p:pic>
        <p:nvPicPr>
          <p:cNvPr id="4" name="Picture 3" descr="TechFlow_Innovations_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Competitive Landscape Analysis</a:t>
            </a:r>
          </a:p>
        </p:txBody>
      </p:sp>
      <p:pic>
        <p:nvPicPr>
          <p:cNvPr id="4" name="Picture 3" descr="TechFlow_Innovations_competit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1: Optimize Audience Targeting for Higher CTR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Priority: High</a:t>
            </a:r>
          </a:p>
          <a:p>
            <a:r>
              <a:t>                </a:t>
            </a:r>
          </a:p>
          <a:p>
            <a:r>
              <a:t>                Description:</a:t>
            </a:r>
          </a:p>
          <a:p>
            <a:r>
              <a:t>                Refine your LinkedIn audience targeting by leveraging job titles, skills, and company sizes that align with your Car Buyers. Implement lookalike audiences based on your highest-converting prospects.</a:t>
            </a:r>
          </a:p>
          <a:p>
            <a:r>
              <a:t>                </a:t>
            </a:r>
          </a:p>
          <a:p>
            <a:r>
              <a:t>                Expected Impact:</a:t>
            </a:r>
          </a:p>
          <a:p>
            <a:r>
              <a:t>                Increase CTR by 25-40% and improve conversion quality by reaching more qualified prospects.</a:t>
            </a:r>
          </a:p>
          <a:p>
            <a:r>
              <a:t>                </a:t>
            </a:r>
          </a:p>
          <a:p>
            <a:r>
              <a:t>                Estimated ROI Increase: +30.0%</a:t>
            </a:r>
          </a:p>
          <a:p>
            <a:r>
              <a:t>                Implementation Timeline: 2-3 weeks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2: A/B Test Video and Carousel Ad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Priority: High</a:t>
            </a:r>
          </a:p>
          <a:p>
            <a:r>
              <a:t>                </a:t>
            </a:r>
          </a:p>
          <a:p>
            <a:r>
              <a:t>                Description:</a:t>
            </a:r>
          </a:p>
          <a:p>
            <a:r>
              <a:t>                LinkedIn video ads typically achieve 3x higher engagement. Test video testimonials, product demos, and carousel ads showcasing multiple value propositions to increase engagement rates.</a:t>
            </a:r>
          </a:p>
          <a:p>
            <a:r>
              <a:t>                </a:t>
            </a:r>
          </a:p>
          <a:p>
            <a:r>
              <a:t>                Expected Impact:</a:t>
            </a:r>
          </a:p>
          <a:p>
            <a:r>
              <a:t>                Boost engagement rates by 45-60% and improve brand recall among target audience.</a:t>
            </a:r>
          </a:p>
          <a:p>
            <a:r>
              <a:t>                </a:t>
            </a:r>
          </a:p>
          <a:p>
            <a:r>
              <a:t>                Estimated ROI Increase: +25.0%</a:t>
            </a:r>
          </a:p>
          <a:p>
            <a:r>
              <a:t>                Implementation Timeline: 3-4 weeks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3: Implement LinkedIn-Specific Landing Page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Priority: High</a:t>
            </a:r>
          </a:p>
          <a:p>
            <a:r>
              <a:t>                </a:t>
            </a:r>
          </a:p>
          <a:p>
            <a:r>
              <a:t>                Description:</a:t>
            </a:r>
          </a:p>
          <a:p>
            <a:r>
              <a:t>                Create dedicated landing pages for LinkedIn traffic with B2B-focused messaging, social proof, and streamlined conversion forms. Implement LinkedIn Insight Tag for better attribution.</a:t>
            </a:r>
          </a:p>
          <a:p>
            <a:r>
              <a:t>                </a:t>
            </a:r>
          </a:p>
          <a:p>
            <a:r>
              <a:t>                Expected Impact:</a:t>
            </a:r>
          </a:p>
          <a:p>
            <a:r>
              <a:t>                Increase conversion rates by 30-50% through better message matching and user experience.</a:t>
            </a:r>
          </a:p>
          <a:p>
            <a:r>
              <a:t>                </a:t>
            </a:r>
          </a:p>
          <a:p>
            <a:r>
              <a:t>                Estimated ROI Increase: +35.0%</a:t>
            </a:r>
          </a:p>
          <a:p>
            <a:r>
              <a:t>                Implementation Timeline: 4-6 weeks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4: Reallocate Budget to High-Performing Campaigns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Priority: Medium</a:t>
            </a:r>
          </a:p>
          <a:p>
            <a:r>
              <a:t>                </a:t>
            </a:r>
          </a:p>
          <a:p>
            <a:r>
              <a:t>                Description:</a:t>
            </a:r>
          </a:p>
          <a:p>
            <a:r>
              <a:t>                Based on performance analysis, increase budget allocation to campaigns targeting Car Buyers during peak engagement periods. Reduce spend on underperforming segments.</a:t>
            </a:r>
          </a:p>
          <a:p>
            <a:r>
              <a:t>                </a:t>
            </a:r>
          </a:p>
          <a:p>
            <a:r>
              <a:t>                Expected Impact:</a:t>
            </a:r>
          </a:p>
          <a:p>
            <a:r>
              <a:t>                Improve overall ROAS by 20-30% through more efficient budget distribution.</a:t>
            </a:r>
          </a:p>
          <a:p>
            <a:r>
              <a:t>                </a:t>
            </a:r>
          </a:p>
          <a:p>
            <a:r>
              <a:t>                Estimated ROI Increase: +22.0%</a:t>
            </a:r>
          </a:p>
          <a:p>
            <a:r>
              <a:t>                Implementation Timeline: 1 week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 (Next 30 Days):</a:t>
            </a:r>
          </a:p>
          <a:p>
            <a:r>
              <a:t>            </a:t>
            </a:r>
          </a:p>
          <a:p>
            <a:r>
              <a:t>            1. Schedule strategy review meeting to discuss recommendations</a:t>
            </a:r>
          </a:p>
          <a:p>
            <a:r>
              <a:t>            2. Prioritize implementation based on business impact and resources</a:t>
            </a:r>
          </a:p>
          <a:p>
            <a:r>
              <a:t>            3. Set up performance tracking for recommended optimizations</a:t>
            </a:r>
          </a:p>
          <a:p>
            <a:r>
              <a:t>            4. Begin A/B testing for creative and audience optimizations</a:t>
            </a:r>
          </a:p>
          <a:p>
            <a:r>
              <a:t>            </a:t>
            </a:r>
          </a:p>
          <a:p>
            <a:r>
              <a:t>            LinkedIn Partnership Benefits:</a:t>
            </a:r>
          </a:p>
          <a:p>
            <a:r>
              <a:t>            • Dedicated account management support</a:t>
            </a:r>
          </a:p>
          <a:p>
            <a:r>
              <a:t>            • Access to beta features and advanced targeting options  </a:t>
            </a:r>
          </a:p>
          <a:p>
            <a:r>
              <a:t>            • Regular performance reviews and optimization recommendations</a:t>
            </a:r>
          </a:p>
          <a:p>
            <a:r>
              <a:t>            • Industry benchmark reports and competitive insights</a:t>
            </a:r>
          </a:p>
          <a:p>
            <a:r>
              <a:t>            </a:t>
            </a:r>
          </a:p>
          <a:p>
            <a:r>
              <a:t>            Contact your LinkedIn representative to begin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